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61" r:id="rId3"/>
    <p:sldId id="258" r:id="rId4"/>
    <p:sldId id="260" r:id="rId5"/>
    <p:sldId id="272" r:id="rId6"/>
    <p:sldId id="273" r:id="rId7"/>
    <p:sldId id="274" r:id="rId8"/>
    <p:sldId id="275" r:id="rId9"/>
    <p:sldId id="267" r:id="rId10"/>
    <p:sldId id="26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8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39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0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0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6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5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7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1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20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4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0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40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03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65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30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55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1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1D7A1D8-7D08-4A26-90CE-79FCB9063F3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6DB68-D43E-4F70-B3A8-D74F87EB9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441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Another_Airplane!_(4676723312).jpg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E8DE-1C09-5A77-3821-99F4FE4FC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486" y="969963"/>
            <a:ext cx="8763000" cy="120718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AIRCRAFT SAFETY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BDCF7-ED84-C383-D6C6-F31AD76E2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7" y="5388428"/>
            <a:ext cx="8425542" cy="1207180"/>
          </a:xfrm>
          <a:noFill/>
        </p:spPr>
        <p:txBody>
          <a:bodyPr>
            <a:normAutofit/>
          </a:bodyPr>
          <a:lstStyle/>
          <a:p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BY : FELISTA MWANGI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07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72D69-2F3A-C389-5E33-024191C57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8574164" cy="882767"/>
          </a:xfrm>
        </p:spPr>
        <p:txBody>
          <a:bodyPr/>
          <a:lstStyle/>
          <a:p>
            <a:r>
              <a:rPr lang="en-US" dirty="0"/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1C2D0-F703-EB33-2430-E6A4B9EE3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company plans to enter the aviation industry.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Aircraft accidents pose financial, legal, and safety risks.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requires data-driven insights before investing.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Historical aviation accident data is used to assess risk.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205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EB0B-4710-BF5E-555B-40F29B561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86D48-A481-D7A3-8EE4-11E5B6EE1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1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aircraft accident trends over time.</a:t>
            </a:r>
          </a:p>
          <a:p>
            <a:pPr marL="0" indent="0" algn="l">
              <a:buNone/>
            </a:pPr>
            <a:endParaRPr lang="en-US" sz="21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1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identify aircraft types with the highest accidents rates.</a:t>
            </a:r>
          </a:p>
          <a:p>
            <a:pPr algn="l"/>
            <a:endParaRPr lang="en-US" sz="21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21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evaluate which type of damage level has the most fatalities.</a:t>
            </a:r>
          </a:p>
          <a:p>
            <a:pPr algn="l"/>
            <a:endParaRPr lang="en-US" sz="21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1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which operator have the highest accidents.</a:t>
            </a:r>
          </a:p>
          <a:p>
            <a:pPr algn="l"/>
            <a:endParaRPr lang="en-US" sz="21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1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generate insights and recommendations that management can use to guide aircraft purchasing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393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AD9E-DB51-261B-9FCB-45EF70788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CE2848-7640-00CA-AB43-F4B7289E5C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4886" y="1996468"/>
            <a:ext cx="901337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missing and invalid values.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aircraft and operator names.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accident date to datetime format.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 year column.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Exported cleaned dataset to  for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en-US" alt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12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6620-A937-8E01-96BB-384291A8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Accident Trends Over Time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8AD0572-F00A-538E-6E28-1E0EC45C9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029" y="1239269"/>
            <a:ext cx="7450934" cy="5020015"/>
          </a:xfrm>
        </p:spPr>
      </p:pic>
    </p:spTree>
    <p:extLst>
      <p:ext uri="{BB962C8B-B14F-4D97-AF65-F5344CB8AC3E}">
        <p14:creationId xmlns:p14="http://schemas.microsoft.com/office/powerpoint/2010/main" val="308904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A6B6-BFE6-BA85-9A99-1EA6B5449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Aircraft with Most Accidents Top 10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B77795-AE9F-7ECB-739D-CA15475D0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56" y="1436914"/>
            <a:ext cx="8207829" cy="4811486"/>
          </a:xfrm>
        </p:spPr>
      </p:pic>
    </p:spTree>
    <p:extLst>
      <p:ext uri="{BB962C8B-B14F-4D97-AF65-F5344CB8AC3E}">
        <p14:creationId xmlns:p14="http://schemas.microsoft.com/office/powerpoint/2010/main" val="82154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92D5-55A8-DFB2-DC7F-E9FE08D72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Fatalities and damage severity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4BF0375-D005-298B-F1E4-00751DF4B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33" y="1273629"/>
            <a:ext cx="9092187" cy="4974771"/>
          </a:xfrm>
        </p:spPr>
      </p:pic>
    </p:spTree>
    <p:extLst>
      <p:ext uri="{BB962C8B-B14F-4D97-AF65-F5344CB8AC3E}">
        <p14:creationId xmlns:p14="http://schemas.microsoft.com/office/powerpoint/2010/main" val="570378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C1CE-1965-E4CE-47EF-54768F849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Accidents by Operator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AEDDF0-53C9-94DB-1B3C-1E0F1E459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332" y="1219200"/>
            <a:ext cx="7872782" cy="5061857"/>
          </a:xfrm>
        </p:spPr>
      </p:pic>
    </p:spTree>
    <p:extLst>
      <p:ext uri="{BB962C8B-B14F-4D97-AF65-F5344CB8AC3E}">
        <p14:creationId xmlns:p14="http://schemas.microsoft.com/office/powerpoint/2010/main" val="91759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93A4-DBF4-4538-CF32-AB7EF0FA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240C5-3E6B-0E6B-A9E7-EDF394EC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4" y="1284514"/>
            <a:ext cx="9244310" cy="4963885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effectLst/>
                <a:latin typeface="system-ui"/>
              </a:rPr>
              <a:t>1.The highest number of accidents were in 2019, followed by 2018.Accidents dropped significantly in 2020-2021,due to COVID-19 lockdowns, with a slight increase in 2022 as aviation operations resumed.</a:t>
            </a:r>
          </a:p>
          <a:p>
            <a:pPr algn="l"/>
            <a:endParaRPr lang="en-US" b="0" i="0" dirty="0">
              <a:effectLst/>
              <a:latin typeface="system-ui"/>
            </a:endParaRPr>
          </a:p>
          <a:p>
            <a:pPr algn="l"/>
            <a:r>
              <a:rPr lang="en-US" b="0" i="0" dirty="0">
                <a:effectLst/>
                <a:latin typeface="system-ui"/>
              </a:rPr>
              <a:t>2.The Cessna 208B Grand Caravan experienced most accidents, followed by Beechcraft 200 Super King Air, Antonov An-2R, De Havilland Canada DHC-6 Twin Otter 300, and Cessna 208 Caravan I.</a:t>
            </a:r>
          </a:p>
          <a:p>
            <a:pPr algn="l"/>
            <a:endParaRPr lang="en-US" b="0" i="0" dirty="0">
              <a:effectLst/>
              <a:latin typeface="system-ui"/>
            </a:endParaRPr>
          </a:p>
          <a:p>
            <a:pPr algn="l"/>
            <a:r>
              <a:rPr lang="en-US" b="0" i="0" dirty="0">
                <a:effectLst/>
                <a:latin typeface="system-ui"/>
              </a:rPr>
              <a:t>3.Aircraft classified as ‘written off’ show the highest fatality rates, while accidents with ‘substantial’ damage resulted in relatively few fatalities.</a:t>
            </a:r>
          </a:p>
          <a:p>
            <a:pPr algn="l"/>
            <a:r>
              <a:rPr lang="en-US" b="0" i="0" dirty="0">
                <a:effectLst/>
                <a:latin typeface="system-ui"/>
              </a:rPr>
              <a:t>4.Private operators experienced the highest number of accidents, highlighting a potential area for strict safety oversight.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840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4AEC-FE34-AD44-D0F1-AFF4BAE6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63C74-D54F-1149-578E-61EC06D55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Avoid aircraft models associated with high fatality rates.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Prefer aircraft with low severity accident history.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Implement strict safety oversight for private operations.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Use historical data in all procurement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112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4E77-E262-F56A-DD12-F1B0EC16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6EBB1-C6EB-4959-CA99-5A1866CE8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THANK YOU Q&amp; A SECTION</a:t>
            </a:r>
          </a:p>
        </p:txBody>
      </p:sp>
    </p:spTree>
    <p:extLst>
      <p:ext uri="{BB962C8B-B14F-4D97-AF65-F5344CB8AC3E}">
        <p14:creationId xmlns:p14="http://schemas.microsoft.com/office/powerpoint/2010/main" val="9564993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157</TotalTime>
  <Words>320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Gothic</vt:lpstr>
      <vt:lpstr>system-ui</vt:lpstr>
      <vt:lpstr>Wingdings</vt:lpstr>
      <vt:lpstr>Wingdings 3</vt:lpstr>
      <vt:lpstr>Ion</vt:lpstr>
      <vt:lpstr>AIRCRAFT SAFETY ANALYSIS</vt:lpstr>
      <vt:lpstr>Business Understanding</vt:lpstr>
      <vt:lpstr>OBJECTIVES OF THE PROJECT</vt:lpstr>
      <vt:lpstr>DATA PREPARATION</vt:lpstr>
      <vt:lpstr>Accident Trends Over Time</vt:lpstr>
      <vt:lpstr>Aircraft with Most Accidents Top 10</vt:lpstr>
      <vt:lpstr>Fatalities and damage severity</vt:lpstr>
      <vt:lpstr>Accidents by Operator </vt:lpstr>
      <vt:lpstr>Findings</vt:lpstr>
      <vt:lpstr>Recommendations</vt:lpstr>
      <vt:lpstr>THE 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Felista</dc:creator>
  <cp:lastModifiedBy>Felista</cp:lastModifiedBy>
  <cp:revision>2</cp:revision>
  <dcterms:created xsi:type="dcterms:W3CDTF">2026-02-03T10:24:00Z</dcterms:created>
  <dcterms:modified xsi:type="dcterms:W3CDTF">2026-02-03T13:01:18Z</dcterms:modified>
</cp:coreProperties>
</file>